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Crossdock Master Setting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Procurement · Part List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1-crossdock-procur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Crossdock Master Setting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Demand Supply · Mapping per Destination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2-crossdock-demand-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Consolidation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Supplier · Delivery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3-case-delivery-plan-supp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Consolidation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Demand Supply · Delivery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4-case-delivery-plan-demand-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Consolidation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Procurement · Delivery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5-case-delivery-plan-procur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Consolidation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Simulation · completed scenario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6-case-visual-sim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59A8"/>
          </a:solidFill>
          <a:ln w="12700">
            <a:solidFill>
              <a:srgbClr val="1459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905" y="100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Consolidation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905" y="3931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5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 Draft · grouped order date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201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8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6189" y="626364"/>
            <a:ext cx="11000232" cy="6199632"/>
          </a:xfrm>
          <a:prstGeom prst="rect">
            <a:avLst/>
          </a:prstGeom>
          <a:solidFill>
            <a:srgbClr val="FFFFFF"/>
          </a:solidFill>
          <a:ln w="8255">
            <a:solidFill>
              <a:srgbClr val="D7E0EA"/>
            </a:solidFill>
            <a:prstDash val="solid"/>
          </a:ln>
        </p:spPr>
      </p:sp>
      <p:pic>
        <p:nvPicPr>
          <p:cNvPr id="7" name="Image 0" descr="C:\Users\fid.rayhan\Downloads\crossdock-master-setting-app\deliverables\screen-modes\07-case-asn-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400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Crossdock POC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Crossdock POC — Screen Modes</dc:title>
  <dc:subject>Crossdock Master Setting and Case Consolidation screen modes</dc:subject>
  <dc:creator>OpenAI</dc:creator>
  <cp:lastModifiedBy>OpenAI</cp:lastModifiedBy>
  <cp:revision>1</cp:revision>
  <dcterms:created xsi:type="dcterms:W3CDTF">2026-10-07T06:55:55Z</dcterms:created>
  <dcterms:modified xsi:type="dcterms:W3CDTF">2026-10-07T06:55:55Z</dcterms:modified>
</cp:coreProperties>
</file>